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30240288" cy="428402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493">
          <p15:clr>
            <a:srgbClr val="747775"/>
          </p15:clr>
        </p15:guide>
        <p15:guide id="2" pos="95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6"/>
  </p:normalViewPr>
  <p:slideViewPr>
    <p:cSldViewPr snapToGrid="0">
      <p:cViewPr>
        <p:scale>
          <a:sx n="32" d="100"/>
          <a:sy n="32" d="100"/>
        </p:scale>
        <p:origin x="1992" y="-1680"/>
      </p:cViewPr>
      <p:guideLst>
        <p:guide orient="horz" pos="13493"/>
        <p:guide pos="95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9087" y="685800"/>
            <a:ext cx="2420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2089efec2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9325" y="685800"/>
            <a:ext cx="24209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2089efec2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30847" y="6201535"/>
            <a:ext cx="28178400" cy="17095800"/>
          </a:xfrm>
          <a:prstGeom prst="rect">
            <a:avLst/>
          </a:prstGeom>
        </p:spPr>
        <p:txBody>
          <a:bodyPr spcFirstLastPara="1" wrap="square" lIns="455200" tIns="455200" rIns="455200" bIns="4552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800"/>
              <a:buNone/>
              <a:defRPr sz="25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800"/>
              <a:buNone/>
              <a:defRPr sz="25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800"/>
              <a:buNone/>
              <a:defRPr sz="25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800"/>
              <a:buNone/>
              <a:defRPr sz="25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800"/>
              <a:buNone/>
              <a:defRPr sz="25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800"/>
              <a:buNone/>
              <a:defRPr sz="25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800"/>
              <a:buNone/>
              <a:defRPr sz="25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800"/>
              <a:buNone/>
              <a:defRPr sz="25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800"/>
              <a:buNone/>
              <a:defRPr sz="25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030819" y="23605311"/>
            <a:ext cx="28178400" cy="6601500"/>
          </a:xfrm>
          <a:prstGeom prst="rect">
            <a:avLst/>
          </a:prstGeom>
        </p:spPr>
        <p:txBody>
          <a:bodyPr spcFirstLastPara="1" wrap="square" lIns="455200" tIns="455200" rIns="455200" bIns="4552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8019152" y="38839741"/>
            <a:ext cx="1814700" cy="3278700"/>
          </a:xfrm>
          <a:prstGeom prst="rect">
            <a:avLst/>
          </a:prstGeom>
        </p:spPr>
        <p:txBody>
          <a:bodyPr spcFirstLastPara="1" wrap="square" lIns="455200" tIns="455200" rIns="455200" bIns="4552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030819" y="17914341"/>
            <a:ext cx="28178400" cy="7011300"/>
          </a:xfrm>
          <a:prstGeom prst="rect">
            <a:avLst/>
          </a:prstGeom>
        </p:spPr>
        <p:txBody>
          <a:bodyPr spcFirstLastPara="1" wrap="square" lIns="455200" tIns="455200" rIns="455200" bIns="4552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0"/>
              <a:buNone/>
              <a:defRPr sz="1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0"/>
              <a:buNone/>
              <a:defRPr sz="1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0"/>
              <a:buNone/>
              <a:defRPr sz="1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0"/>
              <a:buNone/>
              <a:defRPr sz="1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0"/>
              <a:buNone/>
              <a:defRPr sz="1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0"/>
              <a:buNone/>
              <a:defRPr sz="1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0"/>
              <a:buNone/>
              <a:defRPr sz="1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0"/>
              <a:buNone/>
              <a:defRPr sz="1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0"/>
              <a:buNone/>
              <a:defRPr sz="180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8019152" y="38839741"/>
            <a:ext cx="1814700" cy="3278700"/>
          </a:xfrm>
          <a:prstGeom prst="rect">
            <a:avLst/>
          </a:prstGeom>
        </p:spPr>
        <p:txBody>
          <a:bodyPr spcFirstLastPara="1" wrap="square" lIns="455200" tIns="455200" rIns="455200" bIns="4552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030819" y="3706595"/>
            <a:ext cx="28178400" cy="4770000"/>
          </a:xfrm>
          <a:prstGeom prst="rect">
            <a:avLst/>
          </a:prstGeom>
        </p:spPr>
        <p:txBody>
          <a:bodyPr spcFirstLastPara="1" wrap="square" lIns="455200" tIns="455200" rIns="455200" bIns="4552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030819" y="9598917"/>
            <a:ext cx="28178400" cy="28454700"/>
          </a:xfrm>
          <a:prstGeom prst="rect">
            <a:avLst/>
          </a:prstGeom>
        </p:spPr>
        <p:txBody>
          <a:bodyPr spcFirstLastPara="1" wrap="square" lIns="455200" tIns="455200" rIns="455200" bIns="455200" anchor="t" anchorCtr="0">
            <a:normAutofit/>
          </a:bodyPr>
          <a:lstStyle>
            <a:lvl1pPr marL="457200" lvl="0" indent="-800100">
              <a:spcBef>
                <a:spcPts val="0"/>
              </a:spcBef>
              <a:spcAft>
                <a:spcPts val="0"/>
              </a:spcAft>
              <a:buSzPts val="9000"/>
              <a:buChar char="●"/>
              <a:defRPr/>
            </a:lvl1pPr>
            <a:lvl2pPr marL="914400" lvl="1" indent="-6731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2pPr>
            <a:lvl3pPr marL="1371600" lvl="2" indent="-6731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3pPr>
            <a:lvl4pPr marL="1828800" lvl="3" indent="-673100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4pPr>
            <a:lvl5pPr marL="2286000" lvl="4" indent="-6731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5pPr>
            <a:lvl6pPr marL="2743200" lvl="5" indent="-6731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6pPr>
            <a:lvl7pPr marL="3200400" lvl="6" indent="-673100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7pPr>
            <a:lvl8pPr marL="3657600" lvl="7" indent="-6731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8pPr>
            <a:lvl9pPr marL="4114800" lvl="8" indent="-6731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8019152" y="38839741"/>
            <a:ext cx="1814700" cy="3278700"/>
          </a:xfrm>
          <a:prstGeom prst="rect">
            <a:avLst/>
          </a:prstGeom>
        </p:spPr>
        <p:txBody>
          <a:bodyPr spcFirstLastPara="1" wrap="square" lIns="455200" tIns="455200" rIns="455200" bIns="4552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030819" y="3706595"/>
            <a:ext cx="28178400" cy="4770000"/>
          </a:xfrm>
          <a:prstGeom prst="rect">
            <a:avLst/>
          </a:prstGeom>
        </p:spPr>
        <p:txBody>
          <a:bodyPr spcFirstLastPara="1" wrap="square" lIns="455200" tIns="455200" rIns="455200" bIns="4552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030819" y="9598917"/>
            <a:ext cx="13228200" cy="28454700"/>
          </a:xfrm>
          <a:prstGeom prst="rect">
            <a:avLst/>
          </a:prstGeom>
        </p:spPr>
        <p:txBody>
          <a:bodyPr spcFirstLastPara="1" wrap="square" lIns="455200" tIns="455200" rIns="455200" bIns="455200" anchor="t" anchorCtr="0">
            <a:normAutofit/>
          </a:bodyPr>
          <a:lstStyle>
            <a:lvl1pPr marL="457200" lvl="0" indent="-673100">
              <a:spcBef>
                <a:spcPts val="0"/>
              </a:spcBef>
              <a:spcAft>
                <a:spcPts val="0"/>
              </a:spcAft>
              <a:buSzPts val="7000"/>
              <a:buChar char="●"/>
              <a:defRPr sz="7000"/>
            </a:lvl1pPr>
            <a:lvl2pPr marL="914400" lvl="1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marL="1371600" lvl="2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marL="1828800" lvl="3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marL="2286000" lvl="4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marL="2743200" lvl="5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marL="3200400" lvl="6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marL="3657600" lvl="7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marL="4114800" lvl="8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5981165" y="9598917"/>
            <a:ext cx="13228200" cy="28454700"/>
          </a:xfrm>
          <a:prstGeom prst="rect">
            <a:avLst/>
          </a:prstGeom>
        </p:spPr>
        <p:txBody>
          <a:bodyPr spcFirstLastPara="1" wrap="square" lIns="455200" tIns="455200" rIns="455200" bIns="455200" anchor="t" anchorCtr="0">
            <a:normAutofit/>
          </a:bodyPr>
          <a:lstStyle>
            <a:lvl1pPr marL="457200" lvl="0" indent="-673100">
              <a:spcBef>
                <a:spcPts val="0"/>
              </a:spcBef>
              <a:spcAft>
                <a:spcPts val="0"/>
              </a:spcAft>
              <a:buSzPts val="7000"/>
              <a:buChar char="●"/>
              <a:defRPr sz="7000"/>
            </a:lvl1pPr>
            <a:lvl2pPr marL="914400" lvl="1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marL="1371600" lvl="2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marL="1828800" lvl="3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marL="2286000" lvl="4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marL="2743200" lvl="5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marL="3200400" lvl="6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marL="3657600" lvl="7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marL="4114800" lvl="8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8019152" y="38839741"/>
            <a:ext cx="1814700" cy="3278700"/>
          </a:xfrm>
          <a:prstGeom prst="rect">
            <a:avLst/>
          </a:prstGeom>
        </p:spPr>
        <p:txBody>
          <a:bodyPr spcFirstLastPara="1" wrap="square" lIns="455200" tIns="455200" rIns="455200" bIns="4552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030819" y="3706595"/>
            <a:ext cx="28178400" cy="4770000"/>
          </a:xfrm>
          <a:prstGeom prst="rect">
            <a:avLst/>
          </a:prstGeom>
        </p:spPr>
        <p:txBody>
          <a:bodyPr spcFirstLastPara="1" wrap="square" lIns="455200" tIns="455200" rIns="455200" bIns="4552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8019152" y="38839741"/>
            <a:ext cx="1814700" cy="3278700"/>
          </a:xfrm>
          <a:prstGeom prst="rect">
            <a:avLst/>
          </a:prstGeom>
        </p:spPr>
        <p:txBody>
          <a:bodyPr spcFirstLastPara="1" wrap="square" lIns="455200" tIns="455200" rIns="455200" bIns="4552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030819" y="4627570"/>
            <a:ext cx="9286500" cy="6294000"/>
          </a:xfrm>
          <a:prstGeom prst="rect">
            <a:avLst/>
          </a:prstGeom>
        </p:spPr>
        <p:txBody>
          <a:bodyPr spcFirstLastPara="1" wrap="square" lIns="455200" tIns="455200" rIns="455200" bIns="4552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030819" y="11573921"/>
            <a:ext cx="9286500" cy="26481000"/>
          </a:xfrm>
          <a:prstGeom prst="rect">
            <a:avLst/>
          </a:prstGeom>
        </p:spPr>
        <p:txBody>
          <a:bodyPr spcFirstLastPara="1" wrap="square" lIns="455200" tIns="455200" rIns="455200" bIns="455200" anchor="t" anchorCtr="0">
            <a:normAutofit/>
          </a:bodyPr>
          <a:lstStyle>
            <a:lvl1pPr marL="457200" lvl="0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1pPr>
            <a:lvl2pPr marL="914400" lvl="1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marL="1371600" lvl="2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marL="1828800" lvl="3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marL="2286000" lvl="4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marL="2743200" lvl="5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marL="3200400" lvl="6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marL="3657600" lvl="7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marL="4114800" lvl="8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8019152" y="38839741"/>
            <a:ext cx="1814700" cy="3278700"/>
          </a:xfrm>
          <a:prstGeom prst="rect">
            <a:avLst/>
          </a:prstGeom>
        </p:spPr>
        <p:txBody>
          <a:bodyPr spcFirstLastPara="1" wrap="square" lIns="455200" tIns="455200" rIns="455200" bIns="4552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621299" y="3749281"/>
            <a:ext cx="21058500" cy="34072200"/>
          </a:xfrm>
          <a:prstGeom prst="rect">
            <a:avLst/>
          </a:prstGeom>
        </p:spPr>
        <p:txBody>
          <a:bodyPr spcFirstLastPara="1" wrap="square" lIns="455200" tIns="455200" rIns="455200" bIns="4552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1pPr>
            <a:lvl2pPr lvl="1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2pPr>
            <a:lvl3pPr lvl="2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3pPr>
            <a:lvl4pPr lvl="3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4pPr>
            <a:lvl5pPr lvl="4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5pPr>
            <a:lvl6pPr lvl="5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6pPr>
            <a:lvl7pPr lvl="6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7pPr>
            <a:lvl8pPr lvl="7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8pPr>
            <a:lvl9pPr lvl="8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8019152" y="38839741"/>
            <a:ext cx="1814700" cy="3278700"/>
          </a:xfrm>
          <a:prstGeom prst="rect">
            <a:avLst/>
          </a:prstGeom>
        </p:spPr>
        <p:txBody>
          <a:bodyPr spcFirstLastPara="1" wrap="square" lIns="455200" tIns="455200" rIns="455200" bIns="4552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5120000" y="-1041"/>
            <a:ext cx="15120000" cy="428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55200" tIns="455200" rIns="455200" bIns="4552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78031" y="10271064"/>
            <a:ext cx="13377900" cy="12346200"/>
          </a:xfrm>
          <a:prstGeom prst="rect">
            <a:avLst/>
          </a:prstGeom>
        </p:spPr>
        <p:txBody>
          <a:bodyPr spcFirstLastPara="1" wrap="square" lIns="455200" tIns="455200" rIns="455200" bIns="4552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0"/>
              <a:buNone/>
              <a:defRPr sz="2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0"/>
              <a:buNone/>
              <a:defRPr sz="21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0"/>
              <a:buNone/>
              <a:defRPr sz="21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0"/>
              <a:buNone/>
              <a:defRPr sz="21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0"/>
              <a:buNone/>
              <a:defRPr sz="21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0"/>
              <a:buNone/>
              <a:defRPr sz="21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0"/>
              <a:buNone/>
              <a:defRPr sz="21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0"/>
              <a:buNone/>
              <a:defRPr sz="21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0"/>
              <a:buNone/>
              <a:defRPr sz="210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878031" y="23346696"/>
            <a:ext cx="13377900" cy="10287000"/>
          </a:xfrm>
          <a:prstGeom prst="rect">
            <a:avLst/>
          </a:prstGeom>
        </p:spPr>
        <p:txBody>
          <a:bodyPr spcFirstLastPara="1" wrap="square" lIns="455200" tIns="455200" rIns="455200" bIns="4552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6335354" y="6030791"/>
            <a:ext cx="12689400" cy="30776100"/>
          </a:xfrm>
          <a:prstGeom prst="rect">
            <a:avLst/>
          </a:prstGeom>
        </p:spPr>
        <p:txBody>
          <a:bodyPr spcFirstLastPara="1" wrap="square" lIns="455200" tIns="455200" rIns="455200" bIns="455200" anchor="ctr" anchorCtr="0">
            <a:normAutofit/>
          </a:bodyPr>
          <a:lstStyle>
            <a:lvl1pPr marL="457200" lvl="0" indent="-800100">
              <a:spcBef>
                <a:spcPts val="0"/>
              </a:spcBef>
              <a:spcAft>
                <a:spcPts val="0"/>
              </a:spcAft>
              <a:buSzPts val="9000"/>
              <a:buChar char="●"/>
              <a:defRPr/>
            </a:lvl1pPr>
            <a:lvl2pPr marL="914400" lvl="1" indent="-6731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2pPr>
            <a:lvl3pPr marL="1371600" lvl="2" indent="-6731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3pPr>
            <a:lvl4pPr marL="1828800" lvl="3" indent="-673100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4pPr>
            <a:lvl5pPr marL="2286000" lvl="4" indent="-6731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5pPr>
            <a:lvl6pPr marL="2743200" lvl="5" indent="-6731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6pPr>
            <a:lvl7pPr marL="3200400" lvl="6" indent="-673100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7pPr>
            <a:lvl8pPr marL="3657600" lvl="7" indent="-6731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8pPr>
            <a:lvl9pPr marL="4114800" lvl="8" indent="-6731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8019152" y="38839741"/>
            <a:ext cx="1814700" cy="3278700"/>
          </a:xfrm>
          <a:prstGeom prst="rect">
            <a:avLst/>
          </a:prstGeom>
        </p:spPr>
        <p:txBody>
          <a:bodyPr spcFirstLastPara="1" wrap="square" lIns="455200" tIns="455200" rIns="455200" bIns="4552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030819" y="35236285"/>
            <a:ext cx="19838400" cy="5039700"/>
          </a:xfrm>
          <a:prstGeom prst="rect">
            <a:avLst/>
          </a:prstGeom>
        </p:spPr>
        <p:txBody>
          <a:bodyPr spcFirstLastPara="1" wrap="square" lIns="455200" tIns="455200" rIns="455200" bIns="4552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8019152" y="38839741"/>
            <a:ext cx="1814700" cy="3278700"/>
          </a:xfrm>
          <a:prstGeom prst="rect">
            <a:avLst/>
          </a:prstGeom>
        </p:spPr>
        <p:txBody>
          <a:bodyPr spcFirstLastPara="1" wrap="square" lIns="455200" tIns="455200" rIns="455200" bIns="4552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030819" y="9212870"/>
            <a:ext cx="28178400" cy="16353600"/>
          </a:xfrm>
          <a:prstGeom prst="rect">
            <a:avLst/>
          </a:prstGeom>
        </p:spPr>
        <p:txBody>
          <a:bodyPr spcFirstLastPara="1" wrap="square" lIns="455200" tIns="455200" rIns="455200" bIns="4552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2pPr>
            <a:lvl3pPr lvl="2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3pPr>
            <a:lvl4pPr lvl="3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4pPr>
            <a:lvl5pPr lvl="4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5pPr>
            <a:lvl6pPr lvl="5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6pPr>
            <a:lvl7pPr lvl="6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7pPr>
            <a:lvl8pPr lvl="7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8pPr>
            <a:lvl9pPr lvl="8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030819" y="26254752"/>
            <a:ext cx="28178400" cy="10834500"/>
          </a:xfrm>
          <a:prstGeom prst="rect">
            <a:avLst/>
          </a:prstGeom>
        </p:spPr>
        <p:txBody>
          <a:bodyPr spcFirstLastPara="1" wrap="square" lIns="455200" tIns="455200" rIns="455200" bIns="455200" anchor="t" anchorCtr="0">
            <a:normAutofit/>
          </a:bodyPr>
          <a:lstStyle>
            <a:lvl1pPr marL="457200" lvl="0" indent="-800100" algn="ctr">
              <a:spcBef>
                <a:spcPts val="0"/>
              </a:spcBef>
              <a:spcAft>
                <a:spcPts val="0"/>
              </a:spcAft>
              <a:buSzPts val="9000"/>
              <a:buChar char="●"/>
              <a:defRPr/>
            </a:lvl1pPr>
            <a:lvl2pPr marL="914400" lvl="1" indent="-673100" algn="ctr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2pPr>
            <a:lvl3pPr marL="1371600" lvl="2" indent="-673100" algn="ctr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3pPr>
            <a:lvl4pPr marL="1828800" lvl="3" indent="-673100" algn="ctr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4pPr>
            <a:lvl5pPr marL="2286000" lvl="4" indent="-673100" algn="ctr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5pPr>
            <a:lvl6pPr marL="2743200" lvl="5" indent="-673100" algn="ctr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6pPr>
            <a:lvl7pPr marL="3200400" lvl="6" indent="-673100" algn="ctr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7pPr>
            <a:lvl8pPr marL="3657600" lvl="7" indent="-673100" algn="ctr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8pPr>
            <a:lvl9pPr marL="4114800" lvl="8" indent="-673100" algn="ctr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8019152" y="38839741"/>
            <a:ext cx="1814700" cy="3278700"/>
          </a:xfrm>
          <a:prstGeom prst="rect">
            <a:avLst/>
          </a:prstGeom>
        </p:spPr>
        <p:txBody>
          <a:bodyPr spcFirstLastPara="1" wrap="square" lIns="455200" tIns="455200" rIns="455200" bIns="4552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8019152" y="38839741"/>
            <a:ext cx="1814700" cy="3278700"/>
          </a:xfrm>
          <a:prstGeom prst="rect">
            <a:avLst/>
          </a:prstGeom>
        </p:spPr>
        <p:txBody>
          <a:bodyPr spcFirstLastPara="1" wrap="square" lIns="455200" tIns="455200" rIns="455200" bIns="4552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30819" y="3706595"/>
            <a:ext cx="28178400" cy="47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00" tIns="455200" rIns="455200" bIns="4552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0"/>
              <a:buNone/>
              <a:defRPr sz="1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0"/>
              <a:buNone/>
              <a:defRPr sz="14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0"/>
              <a:buNone/>
              <a:defRPr sz="14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0"/>
              <a:buNone/>
              <a:defRPr sz="14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0"/>
              <a:buNone/>
              <a:defRPr sz="14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0"/>
              <a:buNone/>
              <a:defRPr sz="14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0"/>
              <a:buNone/>
              <a:defRPr sz="14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0"/>
              <a:buNone/>
              <a:defRPr sz="14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0"/>
              <a:buNone/>
              <a:defRPr sz="1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30819" y="9598917"/>
            <a:ext cx="28178400" cy="284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00" tIns="455200" rIns="455200" bIns="455200" anchor="t" anchorCtr="0">
            <a:normAutofit/>
          </a:bodyPr>
          <a:lstStyle>
            <a:lvl1pPr marL="457200" lvl="0" indent="-800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0"/>
              <a:buChar char="●"/>
              <a:defRPr sz="9000">
                <a:solidFill>
                  <a:schemeClr val="dk2"/>
                </a:solidFill>
              </a:defRPr>
            </a:lvl1pPr>
            <a:lvl2pPr marL="914400" lvl="1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○"/>
              <a:defRPr sz="7000">
                <a:solidFill>
                  <a:schemeClr val="dk2"/>
                </a:solidFill>
              </a:defRPr>
            </a:lvl2pPr>
            <a:lvl3pPr marL="1371600" lvl="2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■"/>
              <a:defRPr sz="7000">
                <a:solidFill>
                  <a:schemeClr val="dk2"/>
                </a:solidFill>
              </a:defRPr>
            </a:lvl3pPr>
            <a:lvl4pPr marL="1828800" lvl="3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●"/>
              <a:defRPr sz="7000">
                <a:solidFill>
                  <a:schemeClr val="dk2"/>
                </a:solidFill>
              </a:defRPr>
            </a:lvl4pPr>
            <a:lvl5pPr marL="2286000" lvl="4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○"/>
              <a:defRPr sz="7000">
                <a:solidFill>
                  <a:schemeClr val="dk2"/>
                </a:solidFill>
              </a:defRPr>
            </a:lvl5pPr>
            <a:lvl6pPr marL="2743200" lvl="5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■"/>
              <a:defRPr sz="7000">
                <a:solidFill>
                  <a:schemeClr val="dk2"/>
                </a:solidFill>
              </a:defRPr>
            </a:lvl6pPr>
            <a:lvl7pPr marL="3200400" lvl="6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●"/>
              <a:defRPr sz="7000">
                <a:solidFill>
                  <a:schemeClr val="dk2"/>
                </a:solidFill>
              </a:defRPr>
            </a:lvl7pPr>
            <a:lvl8pPr marL="3657600" lvl="7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○"/>
              <a:defRPr sz="7000">
                <a:solidFill>
                  <a:schemeClr val="dk2"/>
                </a:solidFill>
              </a:defRPr>
            </a:lvl8pPr>
            <a:lvl9pPr marL="4114800" lvl="8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■"/>
              <a:defRPr sz="7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8019152" y="38839741"/>
            <a:ext cx="1814700" cy="3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00" tIns="455200" rIns="455200" bIns="455200" anchor="ctr" anchorCtr="0">
            <a:normAutofit/>
          </a:bodyPr>
          <a:lstStyle>
            <a:lvl1pPr lvl="0" algn="r">
              <a:buNone/>
              <a:defRPr sz="5000">
                <a:solidFill>
                  <a:schemeClr val="dk2"/>
                </a:solidFill>
              </a:defRPr>
            </a:lvl1pPr>
            <a:lvl2pPr lvl="1" algn="r">
              <a:buNone/>
              <a:defRPr sz="5000">
                <a:solidFill>
                  <a:schemeClr val="dk2"/>
                </a:solidFill>
              </a:defRPr>
            </a:lvl2pPr>
            <a:lvl3pPr lvl="2" algn="r">
              <a:buNone/>
              <a:defRPr sz="5000">
                <a:solidFill>
                  <a:schemeClr val="dk2"/>
                </a:solidFill>
              </a:defRPr>
            </a:lvl3pPr>
            <a:lvl4pPr lvl="3" algn="r">
              <a:buNone/>
              <a:defRPr sz="5000">
                <a:solidFill>
                  <a:schemeClr val="dk2"/>
                </a:solidFill>
              </a:defRPr>
            </a:lvl4pPr>
            <a:lvl5pPr lvl="4" algn="r">
              <a:buNone/>
              <a:defRPr sz="5000">
                <a:solidFill>
                  <a:schemeClr val="dk2"/>
                </a:solidFill>
              </a:defRPr>
            </a:lvl5pPr>
            <a:lvl6pPr lvl="5" algn="r">
              <a:buNone/>
              <a:defRPr sz="5000">
                <a:solidFill>
                  <a:schemeClr val="dk2"/>
                </a:solidFill>
              </a:defRPr>
            </a:lvl6pPr>
            <a:lvl7pPr lvl="6" algn="r">
              <a:buNone/>
              <a:defRPr sz="5000">
                <a:solidFill>
                  <a:schemeClr val="dk2"/>
                </a:solidFill>
              </a:defRPr>
            </a:lvl7pPr>
            <a:lvl8pPr lvl="7" algn="r">
              <a:buNone/>
              <a:defRPr sz="5000">
                <a:solidFill>
                  <a:schemeClr val="dk2"/>
                </a:solidFill>
              </a:defRPr>
            </a:lvl8pPr>
            <a:lvl9pPr lvl="8" algn="r">
              <a:buNone/>
              <a:defRPr sz="5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JJAA-26-Posters-Zoca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" y="40058725"/>
            <a:ext cx="30239304" cy="284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JJAA-26-Posters-Cabezal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46" y="-56229"/>
            <a:ext cx="30240000" cy="629014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762125" y="7506075"/>
            <a:ext cx="27456300" cy="27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800" b="1">
                <a:solidFill>
                  <a:srgbClr val="333333"/>
                </a:solidFill>
                <a:highlight>
                  <a:srgbClr val="FFFFFF"/>
                </a:highlight>
                <a:latin typeface="PT Sans"/>
                <a:ea typeface="PT Sans"/>
                <a:cs typeface="PT Sans"/>
                <a:sym typeface="PT Sans"/>
              </a:rPr>
              <a:t>Non - monetary poverty and deprivation: A capability approach</a:t>
            </a:r>
            <a:endParaRPr sz="5400" b="1">
              <a:solidFill>
                <a:srgbClr val="333333"/>
              </a:solidFill>
              <a:highlight>
                <a:srgbClr val="FFFFFF"/>
              </a:highlight>
              <a:latin typeface="PT Sans"/>
              <a:ea typeface="PT Sans"/>
              <a:cs typeface="PT Sans"/>
              <a:sym typeface="PT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sz="7000" b="1">
              <a:solidFill>
                <a:srgbClr val="333333"/>
              </a:solidFill>
              <a:highlight>
                <a:srgbClr val="FFFFFF"/>
              </a:highlight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762125" y="15798700"/>
            <a:ext cx="14244900" cy="13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250">
                <a:solidFill>
                  <a:srgbClr val="111111"/>
                </a:solidFill>
                <a:highlight>
                  <a:schemeClr val="lt1"/>
                </a:highlight>
                <a:latin typeface="PT Sans"/>
                <a:ea typeface="PT Sans"/>
                <a:cs typeface="PT Sans"/>
                <a:sym typeface="PT Sans"/>
              </a:rPr>
              <a:t>En ambos modelos estimados, observamos que el coeficiente correspondiente a la variable que determina la forma de organización es positivo y significativo para las empresas cooperativas, lo cual sugiere una mayor productividad en comparación con las empresas capitalistas.</a:t>
            </a:r>
            <a:endParaRPr sz="90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250">
              <a:solidFill>
                <a:srgbClr val="111111"/>
              </a:solidFill>
              <a:highlight>
                <a:srgbClr val="FFFFFF"/>
              </a:highlight>
              <a:latin typeface="PT Sans"/>
              <a:ea typeface="PT Sans"/>
              <a:cs typeface="PT Sans"/>
              <a:sym typeface="PT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250">
              <a:solidFill>
                <a:srgbClr val="111111"/>
              </a:solidFill>
              <a:highlight>
                <a:srgbClr val="FFFFFF"/>
              </a:highlight>
              <a:latin typeface="PT Sans"/>
              <a:ea typeface="PT Sans"/>
              <a:cs typeface="PT Sans"/>
              <a:sym typeface="PT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9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25217975" y="32688850"/>
            <a:ext cx="3586800" cy="3586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1762125" y="11756050"/>
            <a:ext cx="236154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" sz="5000" i="1">
                <a:highlight>
                  <a:srgbClr val="FFFFFF"/>
                </a:highlight>
                <a:latin typeface="PT Sans"/>
                <a:ea typeface="PT Sans"/>
                <a:cs typeface="PT Sans"/>
                <a:sym typeface="PT Sans"/>
              </a:rPr>
              <a:t>Autoría: Paul Anand, Sam Jones, Matthew Donoghue y Julien Teitler</a:t>
            </a:r>
            <a:endParaRPr sz="8400" i="1"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5217975" y="30862450"/>
            <a:ext cx="3586800" cy="18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350" b="1">
                <a:solidFill>
                  <a:srgbClr val="111111"/>
                </a:solidFill>
                <a:highlight>
                  <a:srgbClr val="FFFFFF"/>
                </a:highlight>
                <a:latin typeface="PT Sans"/>
                <a:ea typeface="PT Sans"/>
                <a:cs typeface="PT Sans"/>
                <a:sym typeface="PT Sans"/>
              </a:rPr>
              <a:t>Acceder al informe </a:t>
            </a:r>
            <a:br>
              <a:rPr lang="es" sz="3350" b="1">
                <a:solidFill>
                  <a:srgbClr val="111111"/>
                </a:solidFill>
                <a:highlight>
                  <a:srgbClr val="FFFFFF"/>
                </a:highlight>
                <a:latin typeface="PT Sans"/>
                <a:ea typeface="PT Sans"/>
                <a:cs typeface="PT Sans"/>
                <a:sym typeface="PT Sans"/>
              </a:rPr>
            </a:br>
            <a:r>
              <a:rPr lang="es" sz="3350" b="1">
                <a:solidFill>
                  <a:srgbClr val="111111"/>
                </a:solidFill>
                <a:highlight>
                  <a:srgbClr val="FFFFFF"/>
                </a:highlight>
                <a:latin typeface="PT Sans"/>
                <a:ea typeface="PT Sans"/>
                <a:cs typeface="PT Sans"/>
                <a:sym typeface="PT Sans"/>
              </a:rPr>
              <a:t>completo:</a:t>
            </a:r>
            <a:endParaRPr sz="11000" b="1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25217975" y="33853600"/>
            <a:ext cx="35868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350" b="1">
                <a:solidFill>
                  <a:srgbClr val="FF0000"/>
                </a:solidFill>
                <a:highlight>
                  <a:srgbClr val="FFFFFF"/>
                </a:highlight>
                <a:latin typeface="PT Sans"/>
                <a:ea typeface="PT Sans"/>
                <a:cs typeface="PT Sans"/>
                <a:sym typeface="PT Sans"/>
              </a:rPr>
              <a:t>QR</a:t>
            </a:r>
            <a:endParaRPr sz="11000" b="1">
              <a:solidFill>
                <a:srgbClr val="FF0000"/>
              </a:solidFill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18855275" y="15653213"/>
            <a:ext cx="9906000" cy="1329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21824375" y="19756600"/>
            <a:ext cx="3586800" cy="68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350" b="1">
                <a:solidFill>
                  <a:srgbClr val="FF0000"/>
                </a:solidFill>
                <a:highlight>
                  <a:srgbClr val="FFFFFF"/>
                </a:highlight>
                <a:latin typeface="PT Sans"/>
                <a:ea typeface="PT Sans"/>
                <a:cs typeface="PT Sans"/>
                <a:sym typeface="PT Sans"/>
              </a:rPr>
              <a:t>Espacio para gráficos e imagenes, o destaque de texto en caso de no tener imágenes</a:t>
            </a:r>
            <a:endParaRPr sz="11000" b="1">
              <a:solidFill>
                <a:srgbClr val="FF0000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8664775" y="32688850"/>
            <a:ext cx="5681100" cy="3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250" b="1">
                <a:solidFill>
                  <a:srgbClr val="111111"/>
                </a:solidFill>
                <a:highlight>
                  <a:srgbClr val="FFFFFF"/>
                </a:highlight>
                <a:latin typeface="PT Sans"/>
                <a:ea typeface="PT Sans"/>
                <a:cs typeface="PT Sans"/>
                <a:sym typeface="PT Sans"/>
              </a:rPr>
              <a:t>Cooperativas </a:t>
            </a:r>
            <a:br>
              <a:rPr lang="es" sz="4250" b="1">
                <a:solidFill>
                  <a:srgbClr val="111111"/>
                </a:solidFill>
                <a:highlight>
                  <a:srgbClr val="FFFFFF"/>
                </a:highlight>
                <a:latin typeface="PT Sans"/>
                <a:ea typeface="PT Sans"/>
                <a:cs typeface="PT Sans"/>
                <a:sym typeface="PT Sans"/>
              </a:rPr>
            </a:br>
            <a:r>
              <a:rPr lang="es" sz="4250" b="1">
                <a:solidFill>
                  <a:srgbClr val="111111"/>
                </a:solidFill>
                <a:highlight>
                  <a:srgbClr val="FFFFFF"/>
                </a:highlight>
                <a:latin typeface="PT Sans"/>
                <a:ea typeface="PT Sans"/>
                <a:cs typeface="PT Sans"/>
                <a:sym typeface="PT Sans"/>
              </a:rPr>
              <a:t>de trabajadores, empresas capitalistas, productividad.</a:t>
            </a:r>
            <a:endParaRPr sz="4250" b="1">
              <a:solidFill>
                <a:srgbClr val="111111"/>
              </a:solidFill>
              <a:highlight>
                <a:srgbClr val="FFFFFF"/>
              </a:highlight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8855275" y="30862450"/>
            <a:ext cx="35868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350" b="1">
                <a:solidFill>
                  <a:srgbClr val="111111"/>
                </a:solidFill>
                <a:highlight>
                  <a:srgbClr val="FFFFFF"/>
                </a:highlight>
                <a:latin typeface="PT Sans"/>
                <a:ea typeface="PT Sans"/>
                <a:cs typeface="PT Sans"/>
                <a:sym typeface="PT Sans"/>
              </a:rPr>
              <a:t>Palabras claves:</a:t>
            </a:r>
            <a:endParaRPr sz="11000" b="1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1762125" y="10657175"/>
            <a:ext cx="265566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s" sz="5500">
                <a:solidFill>
                  <a:srgbClr val="333333"/>
                </a:solidFill>
                <a:highlight>
                  <a:schemeClr val="lt1"/>
                </a:highlight>
                <a:latin typeface="PT Sans"/>
                <a:ea typeface="PT Sans"/>
                <a:cs typeface="PT Sans"/>
                <a:sym typeface="PT Sans"/>
              </a:rPr>
              <a:t>Análisis de la probrza no monetaria y la privación, desde un enfoque de las capacidades.</a:t>
            </a:r>
            <a:endParaRPr sz="9100">
              <a:solidFill>
                <a:schemeClr val="dk2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1762125" y="31539175"/>
            <a:ext cx="14592300" cy="43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250">
                <a:solidFill>
                  <a:srgbClr val="111111"/>
                </a:solidFill>
                <a:highlight>
                  <a:schemeClr val="lt1"/>
                </a:highlight>
                <a:latin typeface="PT Sans"/>
                <a:ea typeface="PT Sans"/>
                <a:cs typeface="PT Sans"/>
                <a:sym typeface="PT Sans"/>
              </a:rPr>
              <a:t>En ambos modelos estimados, observamos que el coeficiente correspondiente a la variable que determina la forma de organización es positivo y significativo para las empresas cooperativas, lo cual sugiere una mayor productividad en comparación con las empresas capitalistas.</a:t>
            </a:r>
            <a:endParaRPr sz="9000">
              <a:solidFill>
                <a:schemeClr val="dk2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1762125" y="30286150"/>
            <a:ext cx="14244900" cy="12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950" b="1">
                <a:solidFill>
                  <a:srgbClr val="111111"/>
                </a:solidFill>
                <a:highlight>
                  <a:schemeClr val="lt1"/>
                </a:highlight>
                <a:latin typeface="PT Sans"/>
                <a:ea typeface="PT Sans"/>
                <a:cs typeface="PT Sans"/>
                <a:sym typeface="PT Sans"/>
              </a:rPr>
              <a:t>Espacio para subtítulo</a:t>
            </a:r>
            <a:endParaRPr sz="9700" b="1">
              <a:solidFill>
                <a:schemeClr val="dk2"/>
              </a:solidFill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1762125" y="14557325"/>
            <a:ext cx="14244900" cy="12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950" b="1">
                <a:solidFill>
                  <a:srgbClr val="111111"/>
                </a:solidFill>
                <a:highlight>
                  <a:schemeClr val="lt1"/>
                </a:highlight>
                <a:latin typeface="PT Sans"/>
                <a:ea typeface="PT Sans"/>
                <a:cs typeface="PT Sans"/>
                <a:sym typeface="PT Sans"/>
              </a:rPr>
              <a:t>Enfoque y contexto</a:t>
            </a:r>
            <a:endParaRPr sz="97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Macintosh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PT Sans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Andrés Vidal Berriel</cp:lastModifiedBy>
  <cp:revision>1</cp:revision>
  <dcterms:modified xsi:type="dcterms:W3CDTF">2026-08-28T14:25:25Z</dcterms:modified>
</cp:coreProperties>
</file>